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Onboarding do novo editor de vídeo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Guia de trabalho e processos da BrainWave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Nossa função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BrainWave é braço estratégico, não agência de posts. O editor transforma matéria-prima em peças que comunicam autoridade, clareza e resultado.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entregamos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Conteúdo Instagram / TikTok / YouTube Shorts a partir de roteiros e gravações.</a:t>
            </a:r>
          </a:p>
          <a:p>
            <a:r>
              <a:t>- Edição de vídeos longos para YouTube.</a:t>
            </a:r>
          </a:p>
          <a:p>
            <a:r>
              <a:t>- Derivação de vídeos curtos de gravações maiores.</a:t>
            </a:r>
          </a:p>
          <a:p>
            <a:r>
              <a:t>- Publicação otimizada com legendas e thumbnails.</a:t>
            </a:r>
          </a:p>
          <a:p>
            <a:r>
              <a:t>- Ajuste fino de ritmo e linguagem para cada cliente.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Fluxo de trabalho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Estratégia define tema e objetivo.</a:t>
            </a:r>
          </a:p>
          <a:p>
            <a:r>
              <a:t>2. Briefing interno detalha formato e estilo.</a:t>
            </a:r>
          </a:p>
          <a:p>
            <a:r>
              <a:t>3. Copy/roteiro e design são produzidos.</a:t>
            </a:r>
          </a:p>
          <a:p>
            <a:r>
              <a:t>4. Edição transforma gravação em vídeo pronto.</a:t>
            </a:r>
          </a:p>
          <a:p>
            <a:r>
              <a:t>5. Revisão interna e ajustes.</a:t>
            </a:r>
          </a:p>
          <a:p>
            <a:r>
              <a:t>6. Entrega / publicação.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Responsabilidades do editor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Receber e entender o briefing.</a:t>
            </a:r>
          </a:p>
          <a:p>
            <a:r>
              <a:t>- Organizar material bruto e referências.</a:t>
            </a:r>
          </a:p>
          <a:p>
            <a:r>
              <a:t>- Montar versão inicial com cortes precisos.</a:t>
            </a:r>
          </a:p>
          <a:p>
            <a:r>
              <a:t>- Entregar áudio limpo e foco no gancho.</a:t>
            </a:r>
          </a:p>
          <a:p>
            <a:r>
              <a:t>- Sinalizar dúvidas antes de avançar.</a:t>
            </a:r>
          </a:p>
          <a:p>
            <a:r>
              <a:t>- Aplicar correções cirúrgicas.</a:t>
            </a:r>
          </a:p>
          <a:p>
            <a:r>
              <a:t>- Preservar tom e estilo do cliente.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Entender o briefing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Leia o CLIENTE.md do projeto.</a:t>
            </a:r>
          </a:p>
          <a:p>
            <a:r>
              <a:t>- Confirme o formato e objetivo.</a:t>
            </a:r>
          </a:p>
          <a:p>
            <a:r>
              <a:t>- Veja timing, tom e exemplos de edição.</a:t>
            </a:r>
          </a:p>
          <a:p>
            <a:r>
              <a:t>- Pergunte se algo não estiver claro.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Padrões gerais de edição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Edições cirúrgicas: cortar onde não agrega.</a:t>
            </a:r>
          </a:p>
          <a:p>
            <a:r>
              <a:t>- Gancho nos primeiros 3 segundos.</a:t>
            </a:r>
          </a:p>
          <a:p>
            <a:r>
              <a:t>- Legenda que funciona com e sem som.</a:t>
            </a:r>
          </a:p>
          <a:p>
            <a:r>
              <a:t>- Evite cortes bruscos que quebrem o ritmo.</a:t>
            </a:r>
          </a:p>
          <a:p>
            <a:r>
              <a:t>- Use destaques na tela com moderação.</a:t>
            </a:r>
          </a:p>
          <a:p>
            <a:r>
              <a:t>- Ajuste de cor leve e consistente.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Regras por canal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YouTube longos: 8–15 min, legendas SRT, thumbnails alinhadas ao título.</a:t>
            </a:r>
          </a:p>
          <a:p>
            <a:r>
              <a:t>Reels/Shorts/TikTok: 15–60 seg, começo direto, cortes para ritmo, vertical 9:16.</a:t>
            </a:r>
          </a:p>
          <a:p>
            <a:r>
              <a:t>Nuggets: trechos potentes autocontidos, ajuste para compreensão sem contexto.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Revisão antes de entregar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Áudio limpo e volume uniforme.</a:t>
            </a:r>
          </a:p>
          <a:p>
            <a:r>
              <a:t>- Legenda sem erros.</a:t>
            </a:r>
          </a:p>
          <a:p>
            <a:r>
              <a:t>- Pacing sólido.</a:t>
            </a:r>
          </a:p>
          <a:p>
            <a:r>
              <a:t>- Estilo do cliente preservado.</a:t>
            </a:r>
          </a:p>
          <a:p>
            <a:r>
              <a:t>- Aspect ratio e compressão corretos.</a:t>
            </a:r>
          </a:p>
          <a:p>
            <a:r>
              <a:t>- Arquivos nomeados claramente.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Organização de pastas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Cada cliente tem pasta própria.</a:t>
            </a:r>
          </a:p>
          <a:p>
            <a:r>
              <a:t>- Conteúdo em conteudo/reels, conteudo/youtube, conteudo/capas.</a:t>
            </a:r>
          </a:p>
          <a:p>
            <a:r>
              <a:t>- Use CLIENTE.md como referência de posicionamento e fluxo.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Comunicação interna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Gabriella revisa elementos, não só a versão final.</a:t>
            </a:r>
          </a:p>
          <a:p>
            <a:r>
              <a:t>- Feedback é direto.</a:t>
            </a:r>
          </a:p>
          <a:p>
            <a:r>
              <a:t>- Prefira corrigir em vez de refazer muito.</a:t>
            </a:r>
          </a:p>
          <a:p>
            <a:r>
              <a:t>- Confirme aprovação de design antes da publicação.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Ferramentas úteis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Notion: briefings e gestão.</a:t>
            </a:r>
          </a:p>
          <a:p>
            <a:r>
              <a:t>- Google Drive: brutos, roteiros, arquivos finais.</a:t>
            </a:r>
          </a:p>
          <a:p>
            <a:r>
              <a:t>- Canva: capas e thumbnails.</a:t>
            </a:r>
          </a:p>
          <a:p>
            <a:r>
              <a:t>- Claude/ChatGPT: revisão de texto e sugestões.</a:t>
            </a:r>
          </a:p>
          <a:p>
            <a:r>
              <a:t>- Opus: corte de lives.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Estilo BrainWave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Sem travessão longo.</a:t>
            </a:r>
          </a:p>
          <a:p>
            <a:r>
              <a:t>- Linguagem humana, direta e concreta.</a:t>
            </a:r>
          </a:p>
          <a:p>
            <a:r>
              <a:t>- Evitar texto com cara de IA.</a:t>
            </a:r>
          </a:p>
          <a:p>
            <a:r>
              <a:t>- Ganchos fortes.</a:t>
            </a:r>
          </a:p>
          <a:p>
            <a:r>
              <a:t>- Legendagem que não repete o vídeo.</a:t>
            </a:r>
          </a:p>
          <a:p>
            <a:r>
              <a:t>- Captions que aprofundam.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Clientes atuais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Dr. Diler: endometriose, autoridade, destaque na tela.</a:t>
            </a:r>
          </a:p>
          <a:p>
            <a:r>
              <a:t>Dra. Isabel: implantodontia, acolhimento, redução de medo.</a:t>
            </a:r>
          </a:p>
          <a:p>
            <a:r>
              <a:t>Dra. Janaina: explicativo e emocional.</a:t>
            </a:r>
          </a:p>
          <a:p>
            <a:r>
              <a:t>Roberta: conversa e reflexão.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Perguntas chave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Qual é o objetivo deste vídeo?</a:t>
            </a:r>
          </a:p>
          <a:p>
            <a:r>
              <a:t>- Qual mensagem precisa ficar clara em 3 segundos?</a:t>
            </a:r>
          </a:p>
          <a:p>
            <a:r>
              <a:t>- Este corte é autocontido?</a:t>
            </a:r>
          </a:p>
          <a:p>
            <a:r>
              <a:t>- Há instruções de estilo específicas?</a:t>
            </a:r>
          </a:p>
          <a:p>
            <a:r>
              <a:t>- Preciso de aprovação de design?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Identifique clientes prioritários.</a:t>
            </a:r>
          </a:p>
          <a:p>
            <a:r>
              <a:t>- Revise os CLIENTE.md correspondentes.</a:t>
            </a:r>
          </a:p>
          <a:p>
            <a:r>
              <a:t>- Peça acesso a roteiros e brutos.</a:t>
            </a:r>
          </a:p>
          <a:p>
            <a:r>
              <a:t>- Peça exemplos aprovados para calibrar.</a:t>
            </a:r>
          </a:p>
          <a:p>
            <a:r>
              <a:t>- Organize drive com pastas e nome de arquivos.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