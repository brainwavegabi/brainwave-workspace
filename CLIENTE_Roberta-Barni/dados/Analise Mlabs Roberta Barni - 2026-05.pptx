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    
    <Relationship Id="rId7" Target="slides/slide2.xml" Type="http://schemas.openxmlformats.org/officeDocument/2006/relationships/slide"/>
  
    
    <Relationship Id="rId8" Target="slides/slide3.xml" Type="http://schemas.openxmlformats.org/officeDocument/2006/relationships/slide"/>
  
    
    <Relationship Id="rId9" Target="slides/slide4.xml" Type="http://schemas.openxmlformats.org/officeDocument/2006/relationships/slide"/>
  
    
    <Relationship Id="rId10" Target="slides/slide5.xml" Type="http://schemas.openxmlformats.org/officeDocument/2006/relationships/slide"/>
  
    
    <Relationship Id="rId11" Target="slides/slide6.xml" Type="http://schemas.openxmlformats.org/officeDocument/2006/relationships/slide"/>
  
    
    <Relationship Id="rId12" Target="slides/slide7.xml" Type="http://schemas.openxmlformats.org/officeDocument/2006/relationships/slide"/>
  
    
    <Relationship Id="rId13" Target="slides/slide8.xml" Type="http://schemas.openxmlformats.org/officeDocument/2006/relationships/slide"/>
  
    
    <Relationship Id="rId14" Target="slides/slide9.xml" Type="http://schemas.openxmlformats.org/officeDocument/2006/relationships/slide"/>
  
    
    <Relationship Id="rId15" Target="slides/slide10.xml" Type="http://schemas.openxmlformats.org/officeDocument/2006/relationships/slide"/>
  
    
    <Relationship Id="rId16" Target="slides/slide11.xml" Type="http://schemas.openxmlformats.org/officeDocument/2006/relationships/slide"/>
  
    
    <Relationship Id="rId17" Target="slides/slide12.xml" Type="http://schemas.openxmlformats.org/officeDocument/2006/relationships/slide"/>
  
    
    <Relationship Id="rId18" Target="slides/slide13.xml" Type="http://schemas.openxmlformats.org/officeDocument/2006/relationships/slide"/>
  
    
    <Relationship Id="rId19" Target="slides/slide14.xml" Type="http://schemas.openxmlformats.org/officeDocument/2006/relationships/slide"/>
  
    
    <Relationship Id="rId20" Target="slides/slide15.xml" Type="http://schemas.openxmlformats.org/officeDocument/2006/relationships/slide"/>
  
    
    <Relationship Id="rId21" Target="slides/slide16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0.png" Type="http://schemas.openxmlformats.org/officeDocument/2006/relationships/image"/>
</Relationships>
</file>

<file path=ppt/slides/_rels/slide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.png" Type="http://schemas.openxmlformats.org/officeDocument/2006/relationships/image"/>
</Relationships>
</file>

<file path=ppt/slides/_rels/slide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2.png" Type="http://schemas.openxmlformats.org/officeDocument/2006/relationships/image"/>
</Relationships>
</file>

<file path=ppt/slides/_rels/slide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3.png" Type="http://schemas.openxmlformats.org/officeDocument/2006/relationships/image"/>
</Relationships>
</file>

<file path=ppt/slides/_rels/slide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4.png" Type="http://schemas.openxmlformats.org/officeDocument/2006/relationships/image"/>
</Relationships>
</file>

<file path=ppt/slides/_rels/slide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5.png" Type="http://schemas.openxmlformats.org/officeDocument/2006/relationships/image"/>
</Relationships>
</file>

<file path=ppt/slides/_rels/slide7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6.png" Type="http://schemas.openxmlformats.org/officeDocument/2006/relationships/image"/>
</Relationships>
</file>

<file path=ppt/slides/_rels/slide8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7.png" Type="http://schemas.openxmlformats.org/officeDocument/2006/relationships/image"/>
</Relationships>
</file>

<file path=ppt/slides/_rels/slide9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8.png" Type="http://schemas.openxmlformats.org/officeDocument/2006/relationships/image"/>
</Relationships>
</file>

<file path=ppt/slides/_rels/slide10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9.png" Type="http://schemas.openxmlformats.org/officeDocument/2006/relationships/image"/>
</Relationships>
</file>

<file path=ppt/slides/_rels/slide1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0.png" Type="http://schemas.openxmlformats.org/officeDocument/2006/relationships/image"/>
</Relationships>
</file>

<file path=ppt/slides/_rels/slide1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1.png" Type="http://schemas.openxmlformats.org/officeDocument/2006/relationships/image"/>
</Relationships>
</file>

<file path=ppt/slides/_rels/slide1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2.png" Type="http://schemas.openxmlformats.org/officeDocument/2006/relationships/image"/>
</Relationships>
</file>

<file path=ppt/slides/_rels/slide1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3.png" Type="http://schemas.openxmlformats.org/officeDocument/2006/relationships/image"/>
</Relationships>
</file>

<file path=ppt/slides/_rels/slide1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4.png" Type="http://schemas.openxmlformats.org/officeDocument/2006/relationships/image"/>
</Relationships>
</file>

<file path=ppt/slides/_rels/slide1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5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5120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2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596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662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3724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56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588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729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729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7780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445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729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588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